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Аружан. Ей семнадцать, она хочет изучать Computer Science за рубежом, а её IELTS — шесть. Университет уже выбран. Но непонятно, что делать дальше: пересдавать экзамен, собирать документы или менять вариант. PathShift переводит такой вопрос в проверяемый маршрут.
Источник изображения: public/illustrations/campus-paths.png. Декоративная иллюстрация проекта; не изображение реального кампуса.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отсутствии информации. Баллы лежат на одном сайте, требования — на другом, дедлайны — в третьем. Абитуриенту всё равно приходится самому отвечать на три вопроса: что подходит именно мне, чего не хватает и что делать первым.
Основание: Case 2, стр. 1–2. Снимок опубликованного сайта от 19.09.2026.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PathShift начинает не с каталога, а с человека. В демонстрационном профиле Аружан есть интерес к созданию приложений, опыт школьного проекта и реальные учебные результаты. ИИ может помочь сформулировать этот опыт, но сохраняет текст только после проверки пользователем.
Демонстрационный профиль Аружан синтетический. Факты профиля не являются пользовательским исследованием.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Затем Аружан знакомится с университетом как с возможной целью. Для UW–Madison она видит программу, официальную фотографию, историю и ссылки. После этого открывает персональную проверку требований, а не общий рекламный список.
Источники истории и изображения UW–Madison раскрыты в продукте и в src/lib/university-profiles.json, src/lib/university-media.json. Использование знаков не означает партнёрство.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появляется конкретика. У Аружан IELTS 6.0. Опубликованный порог UW–Madison — 6.5. PathShift показывает разницу в полбалла и ссылку на источник. Это проверка одного требования, а не оценка шансов и не обещание зачисления.
Официальный источник требования: https://admissions.wisc.edu/international/ . Проверенный пример: IELTS 6.0 против порога 6.5.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проверим отдельный сценарий. Реальный результат останется 6.0. В гипотезе поставим 6.5 и увидим, как меняется только языковая проверка. Остальные условия никуда не исчезают.
Сценарий: overall 6.5; reading 6.0; writing 6.5; listening 6.0; speaking 6.5. Он выполняет языковую проверку UW–Madison, не гарантирует поступление и не переписывает профиль.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 считает детерминированная логика по версионированным фактам и источникам. ИИ работает там, где нужен свободный текст: помогает описать опыт или разобрать запрос. Он не решает, принят ли абитуриент. MVP прошёл 99 автоматических тестов и 67 браузерных сценариев опубликованной версии. Это проверка реализации, не пользовательского эффекта.
Основание: README.md и docs/validation.md, проверка 19.09.2026. 99/99 автоматических тестов и 67/67 браузерных сценариев опубликованной версии.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Аружан начинала с вопроса «куда мне поступать?». Теперь она видит разницу в полбалла, знает, что 6.5 закрывает только языковую проверку, и получает следующий шаг — проверить документы UW–Madison. Дальше мы хотим проверить понятность такого маршрута с реальными школьниками и расширять только подтверждённые правила. Это PathShift от AG Team.
Роли команды предоставлены участниками. Биографические детали не проходили независимую проверку.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THSHIFT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dmissions.wisc.edu/international/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athshift-locus-2026.vercel.app/demo?view=portfolio" TargetMode="External"/><Relationship Id="rId3" Type="http://schemas.openxmlformats.org/officeDocument/2006/relationships/hyperlink" Target="https://pathshift-locus-2026.vercel.app/" TargetMode="Externa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Декоративная иллюстрация развилок к университета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F2147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9808" y="640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PATHSHIFT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49808" y="1261872"/>
            <a:ext cx="713232" cy="73152"/>
          </a:xfrm>
          <a:prstGeom prst="rect">
            <a:avLst/>
          </a:prstGeom>
          <a:solidFill>
            <a:srgbClr val="FF9B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1508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F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Полбалла IELTS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49808" y="2139696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они меняют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плане поступления?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маршрут от профиля к следующему шагу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6062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Team · LOCUS Startup Hackathon 2026 · Case 2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Информации много. Решения всё ещё нет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109960" y="448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pic>
        <p:nvPicPr>
          <p:cNvPr id="5" name="Image 0" descr="Опубликованный лендинг PathShif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170432"/>
            <a:ext cx="480060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170432"/>
            <a:ext cx="73152" cy="5212080"/>
          </a:xfrm>
          <a:prstGeom prst="rect">
            <a:avLst/>
          </a:prstGeom>
          <a:solidFill>
            <a:srgbClr val="FF9B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48132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подходит именно мне?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49808" y="2304288"/>
            <a:ext cx="502920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81635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мне не хватает?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749808" y="3639312"/>
            <a:ext cx="502920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415137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первым?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49808" y="5788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кейса — связный путь от профиля до действия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начинается с человека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109960" y="448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pic>
        <p:nvPicPr>
          <p:cNvPr id="5" name="Image 0" descr="Профиль и история синтетического абитуриента Аружан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143000"/>
            <a:ext cx="6784848" cy="5230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80" kern="0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АРУЖАН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719072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лет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IELTS 6.0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863840" y="3337560"/>
            <a:ext cx="320040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38587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Создавать полезные приложения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63840" y="46177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Опыт: сайт школьного клуба и форма записи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863840" y="5961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Синтетический профиль для демонстрации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 становится конкретной целью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109960" y="448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264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UW–Madison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/ BS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2971800"/>
            <a:ext cx="3108960" cy="73152"/>
          </a:xfrm>
          <a:prstGeom prst="rect">
            <a:avLst/>
          </a:prstGeom>
          <a:solidFill>
            <a:srgbClr val="3559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310128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понять университет. Затем проверить свои условия.</a:t>
            </a:r>
            <a:endParaRPr lang="en-US" sz="2300" dirty="0"/>
          </a:p>
        </p:txBody>
      </p:sp>
      <p:pic>
        <p:nvPicPr>
          <p:cNvPr id="9" name="Image 0" descr="Карточка UW–Madison с официальной фотографией и историе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152144"/>
            <a:ext cx="7187184" cy="5230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IELTS 6.0 не проходит порог 6.5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109960" y="448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pic>
        <p:nvPicPr>
          <p:cNvPr id="5" name="Image 0" descr="Персональная проверка IELTS для UW–Madis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161288"/>
            <a:ext cx="8915400" cy="5102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829800" y="1463040"/>
            <a:ext cx="1664208" cy="1664208"/>
          </a:xfrm>
          <a:prstGeom prst="rect">
            <a:avLst>
              <a:gd name="adj" fmla="val 8242"/>
            </a:avLst>
          </a:prstGeom>
          <a:solidFill>
            <a:srgbClr val="FFF0E9"/>
          </a:solidFill>
          <a:ln w="19050">
            <a:solidFill>
              <a:srgbClr val="FF9B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85248" y="17830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985248" y="23957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балла нужно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02368" y="3767328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стоит рядом с правилом</a:t>
            </a:r>
            <a:endParaRPr lang="en-US" sz="1800" dirty="0"/>
          </a:p>
        </p:txBody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9729216" y="4800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admissions.wisc.edu/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u="sng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international/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10928" y="571500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требования, не прогноз поступления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Меняем только сценарий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109960" y="448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ФАКТИЧЕСКИЙ РЕЗУЛЬТАТ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773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04672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Остаётся в профиле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0" cy="2011680"/>
          </a:xfrm>
          <a:prstGeom prst="line">
            <a:avLst/>
          </a:prstGeom>
          <a:noFill/>
          <a:ln w="19050">
            <a:solidFill>
              <a:srgbClr val="D7DF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417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75888" y="1773936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730752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в отдельном сценарии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9808" y="3794760"/>
            <a:ext cx="6080760" cy="1335024"/>
          </a:xfrm>
          <a:prstGeom prst="rect">
            <a:avLst/>
          </a:prstGeom>
          <a:solidFill>
            <a:srgbClr val="DC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9651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Языковая проверка UW–Madison выполнена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45445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 условия остаются · профиль не изменён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57332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гарантия поступления</a:t>
            </a:r>
            <a:endParaRPr lang="en-US" sz="2000" dirty="0"/>
          </a:p>
        </p:txBody>
      </p:sp>
      <p:pic>
        <p:nvPicPr>
          <p:cNvPr id="16" name="Image 0" descr="Панель отдельного сценария с IELTS 6.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133856"/>
            <a:ext cx="3566160" cy="5230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считают. ИИ помогает сформулировать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109960" y="448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2542032" cy="0"/>
          </a:xfrm>
          <a:prstGeom prst="line">
            <a:avLst/>
          </a:prstGeom>
          <a:noFill/>
          <a:ln w="63500">
            <a:solidFill>
              <a:srgbClr val="172A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 и источники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· дата · область применения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0440" y="2057400"/>
            <a:ext cx="310896" cy="566928"/>
          </a:xfrm>
          <a:prstGeom prst="chevron">
            <a:avLst/>
          </a:prstGeom>
          <a:solidFill>
            <a:srgbClr val="D7DF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96512" y="1517904"/>
            <a:ext cx="2542032" cy="0"/>
          </a:xfrm>
          <a:prstGeom prst="line">
            <a:avLst/>
          </a:prstGeom>
          <a:noFill/>
          <a:ln w="63500">
            <a:solidFill>
              <a:srgbClr val="3559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96512" y="1783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96512" y="23317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IELTS 6.0 &lt; 6.5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39712" y="2057400"/>
            <a:ext cx="310896" cy="566928"/>
          </a:xfrm>
          <a:prstGeom prst="chevron">
            <a:avLst/>
          </a:prstGeom>
          <a:solidFill>
            <a:srgbClr val="D7DF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1517904"/>
            <a:ext cx="2542032" cy="0"/>
          </a:xfrm>
          <a:prstGeom prst="line">
            <a:avLst/>
          </a:prstGeom>
          <a:noFill/>
          <a:ln w="63500">
            <a:solidFill>
              <a:srgbClr val="167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783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06640" y="23317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Пробел · проверка · следующий шаг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" y="3401568"/>
            <a:ext cx="10744200" cy="1051560"/>
          </a:xfrm>
          <a:prstGeom prst="rect">
            <a:avLst/>
          </a:prstGeom>
          <a:solidFill>
            <a:srgbClr val="172A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675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F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ИИ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3621024"/>
            <a:ext cx="891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Уточнить свободный текст или предложить черновик. Решение о поступлении остаётся у университета.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4672" y="48920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/ 99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822960" y="5468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автоматических тестов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0" y="48920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67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3675888" y="54681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браузерных сценариев на production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496519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Русский · Қазақша · English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Компьютер и телефон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4672" y="623620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реализации MVP, не исследование пользовательского эффекта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Аружан знает свой следующий шаг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109960" y="448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IELTS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8249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0" y="1792224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6.5 закрывает только языковую проверку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2670048"/>
            <a:ext cx="5257800" cy="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332841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список документов UW–Madison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49808" y="4389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 условия остаются видимыми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46520" y="1234440"/>
            <a:ext cx="0" cy="4114800"/>
          </a:xfrm>
          <a:prstGeom prst="line">
            <a:avLst/>
          </a:prstGeom>
          <a:noFill/>
          <a:ln w="12700">
            <a:solidFill>
              <a:srgbClr val="D7DF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3533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TEAM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Абай Абдумуталип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разработка PathShift. ML, хакатоны, проекты в биологических исследованиях и робототехнике.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85800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Амирхан Адилжанов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58000" y="36576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0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идеи, помощь с сайтом и презентация. Математические олимпиады, спортивное программирование.</a:t>
            </a:r>
            <a:endParaRPr lang="en-US" sz="1550" dirty="0"/>
          </a:p>
        </p:txBody>
      </p:sp>
      <p:pic>
        <p:nvPicPr>
          <p:cNvPr id="18" name="Image 0" descr="QR-код публичного демо PathShif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78440" y="1600200"/>
            <a:ext cx="1143000" cy="1143000"/>
          </a:xfrm>
          <a:prstGeom prst="rect">
            <a:avLst/>
          </a:prstGeom>
        </p:spPr>
      </p:pic>
      <p:sp>
        <p:nvSpPr>
          <p:cNvPr id="19" name="Text 16">
            <a:hlinkClick r:id="rId2" tooltip=""/>
          </p:cNvPr>
          <p:cNvSpPr/>
          <p:nvPr/>
        </p:nvSpPr>
        <p:spPr>
          <a:xfrm>
            <a:off x="10287000" y="2852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u="sng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демо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58368" y="5532120"/>
            <a:ext cx="10881360" cy="713232"/>
          </a:xfrm>
          <a:prstGeom prst="rect">
            <a:avLst/>
          </a:prstGeom>
          <a:solidFill>
            <a:srgbClr val="172A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57332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Дальше: проверить понятность маршрута со школьниками и расширять подтверждённые правила</a:t>
            </a:r>
            <a:endParaRPr lang="en-US" sz="1800" dirty="0"/>
          </a:p>
        </p:txBody>
      </p:sp>
      <p:sp>
        <p:nvSpPr>
          <p:cNvPr id="22" name="Text 19">
            <a:hlinkClick r:id="rId3" tooltip=""/>
          </p:cNvPr>
          <p:cNvSpPr/>
          <p:nvPr/>
        </p:nvSpPr>
        <p:spPr>
          <a:xfrm>
            <a:off x="749808" y="50749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559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pathshift-locus-2026.vercel.app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PathShift — персональный маршрут поступления</dc:title>
  <dc:subject>LOCUS Startup Hackathon 2026, Case 2</dc:subject>
  <dc:creator>AG Team</dc:creator>
  <cp:lastModifiedBy>AG Team</cp:lastModifiedBy>
  <cp:revision>1</cp:revision>
  <dcterms:created xsi:type="dcterms:W3CDTF">2026-09-18T23:14:39Z</dcterms:created>
  <dcterms:modified xsi:type="dcterms:W3CDTF">2026-09-18T23:14:39Z</dcterms:modified>
</cp:coreProperties>
</file>